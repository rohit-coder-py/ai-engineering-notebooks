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22960"/>
            <a:ext cx="3474720" cy="34747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28C28"/>
            </a:solidFill>
            <a:prstDash val="solid"/>
          </a:ln>
        </p:spPr>
      </p:sp>
      <p:pic>
        <p:nvPicPr>
          <p:cNvPr id="3" name="Image 0" descr="/mnt/user-data/upload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05840"/>
            <a:ext cx="3108960" cy="3108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480560" y="12801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KrishiMitra AI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4480560" y="2194560"/>
            <a:ext cx="109728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480560" y="23774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AI-powered companion for agricultural knowledge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480560" y="32918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C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farming information easier to access, understand, and use.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KrishiMitra AI?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assistant for farmers and agriculture enthusiasts</a:t>
            </a:r>
            <a:endParaRPr lang="en-US" sz="1400" dirty="0"/>
          </a:p>
        </p:txBody>
      </p:sp>
      <p:pic>
        <p:nvPicPr>
          <p:cNvPr id="5" name="Image 0" descr="/mnt/user-data/upload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46304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everyday language. </a:t>
            </a:r>
            <a:pPr indent="0" marL="0">
              <a:buNone/>
            </a:pPr>
            <a:r>
              <a:rPr lang="en-US" sz="1600" dirty="0">
                <a:solidFill>
                  <a:srgbClr val="1E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answers drawn from connected agricultural documents and trusted sources.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6032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Farming questions often span soil, crops, irrigation, pests and schemes, with answers scattered across papers, websites and official documents. KrishiMitra AI brings supported sources into one place.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394960" y="146304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E8F3E4"/>
          </a:solidFill>
          <a:ln w="12700">
            <a:solidFill>
              <a:srgbClr val="E8F3E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32120" y="14630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14630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for many sources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394960" y="256032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E8F3E4"/>
          </a:solidFill>
          <a:ln w="12700">
            <a:solidFill>
              <a:srgbClr val="E8F3E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532120" y="25603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25603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before answering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394960" y="365760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E8F3E4"/>
          </a:solidFill>
          <a:ln w="12700">
            <a:solidFill>
              <a:srgbClr val="E8F3E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532120" y="36576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3657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 welcome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can you use it for?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Depending on the knowledge sources connected</a:t>
            </a:r>
            <a:endParaRPr lang="en-US" sz="1400" dirty="0"/>
          </a:p>
        </p:txBody>
      </p:sp>
      <p:pic>
        <p:nvPicPr>
          <p:cNvPr id="5" name="Image 0" descr="/mnt/user-data/upload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63040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FE3C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645920"/>
            <a:ext cx="45720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Farming topics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194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explanations of agricultural concepts and practices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1463040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FE3C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29000" y="1645920"/>
            <a:ext cx="45720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2900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Crop information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2194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found in connected documents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43600" y="1463040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FE3C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26480" y="1645920"/>
            <a:ext cx="45720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2648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Soil &amp; irrigation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126480" y="2194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from reference materials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3154680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FE3C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1520" y="3337560"/>
            <a:ext cx="45720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Pests &amp; diseases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38862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material in agricultural resources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246120" y="3154680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FE3C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29000" y="3337560"/>
            <a:ext cx="45720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42900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search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3429000" y="38862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instead of scanning every page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943600" y="3154680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FE3C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26480" y="3337560"/>
            <a:ext cx="45720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12648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Schemes &amp; resources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126480" y="38862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trusted government sources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works: RAG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looks up information before answering</a:t>
            </a:r>
            <a:endParaRPr lang="en-US" sz="1400" dirty="0"/>
          </a:p>
        </p:txBody>
      </p:sp>
      <p:pic>
        <p:nvPicPr>
          <p:cNvPr id="5" name="Image 0" descr="/mnt/user-data/upload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0876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E8F3E4"/>
          </a:solidFill>
          <a:ln w="12700">
            <a:solidFill>
              <a:srgbClr val="E8F3E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knowledge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560320" y="150876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E8F3E4"/>
          </a:solidFill>
          <a:ln w="12700">
            <a:solidFill>
              <a:srgbClr val="E8F3E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0" y="150876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E8F3E4"/>
          </a:solidFill>
          <a:ln w="12700">
            <a:solidFill>
              <a:srgbClr val="E8F3E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chunks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583680" y="150876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E8F3E4"/>
          </a:solidFill>
          <a:ln w="12700">
            <a:solidFill>
              <a:srgbClr val="E8F3E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embeddings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292608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E8F3E4"/>
          </a:solidFill>
          <a:ln w="12700">
            <a:solidFill>
              <a:srgbClr val="E8F3E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3383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in vector store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560320" y="292608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0F4C2A"/>
          </a:solidFill>
          <a:ln w="12700">
            <a:solidFill>
              <a:srgbClr val="0F4C2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69748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2697480" y="3383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question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0" y="292608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0F4C2A"/>
          </a:solidFill>
          <a:ln w="12700">
            <a:solidFill>
              <a:srgbClr val="0F4C2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70916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09160" y="3383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context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583680" y="292608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0F4C2A"/>
          </a:solidFill>
          <a:ln w="12700">
            <a:solidFill>
              <a:srgbClr val="0F4C2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2084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720840" y="3383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answer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retraining: RAG does not mean the model is retrained on your documents.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knowledge can it use?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which loaders and integrations are enabled</a:t>
            </a:r>
            <a:endParaRPr lang="en-US" sz="1400" dirty="0"/>
          </a:p>
        </p:txBody>
      </p:sp>
      <p:pic>
        <p:nvPicPr>
          <p:cNvPr id="5" name="Image 0" descr="/mnt/user-data/upload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640080" cy="64008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4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.txt, .md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4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PDF, DOCX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4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 and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CSV, Excel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4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Agricultural pages, official resources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4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material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Guides and research papers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4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 and scans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Scanned pages (when OCR is configured)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4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 transcripts or captions, when available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4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sources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text, databases, APIs when configured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it well, and responsibly</a:t>
            </a:r>
            <a:endParaRPr lang="en-US" sz="3000" dirty="0"/>
          </a:p>
        </p:txBody>
      </p:sp>
      <p:pic>
        <p:nvPicPr>
          <p:cNvPr id="4" name="Image 0" descr="/mnt/user-data/upload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E8F3E4"/>
          </a:solidFill>
          <a:ln w="12700">
            <a:solidFill>
              <a:srgbClr val="E8F3E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Tips for better answers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78308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specific: name the crop, topic or problem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region, crop stage, soil or symptoms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one thing at a 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simpler explanations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cited sources and their dates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1E0"/>
          </a:solidFill>
          <a:ln w="12700">
            <a:solidFill>
              <a:srgbClr val="FFF1E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9204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F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178308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make mistakes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may be incomplete or outdated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prices and scheme details need live sources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conditions change recommendations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before pesticides or major spending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enter passwords or banking details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4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2651760" cy="2651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023360" y="1097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023360" y="15544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agricultural knowledge easier to find and understand.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023360" y="29260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document retrieval with AI-generated explanations, growing as trusted sources and integrations are added. Always verify important agricultural, financial and government information with authoritative sources.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KrishiMitra AI</dc:title>
  <dc:subject>PptxGenJS Presentation</dc:subject>
  <dc:creator>PptxGenJS</dc:creator>
  <cp:lastModifiedBy>PptxGenJS</cp:lastModifiedBy>
  <cp:revision>1</cp:revision>
  <dcterms:created xsi:type="dcterms:W3CDTF">2026-10-21T02:50:13Z</dcterms:created>
  <dcterms:modified xsi:type="dcterms:W3CDTF">2026-10-21T02:50:13Z</dcterms:modified>
</cp:coreProperties>
</file>